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Metadata Tension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Discoverability demands specificity. Generality demands flexibility.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657600" cy="24688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08760"/>
            <a:ext cx="365760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83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Rich Metadata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24688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fields, controlled vocabularies, structured taxonomies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search, faceted browsing, citation graphs, recommendations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937760" y="1508760"/>
            <a:ext cx="3657600" cy="24688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508760"/>
            <a:ext cx="3657600" cy="54864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8288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15000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Field, Any Era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212080" y="24688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split, merge, and emerge; new entity types appear constantly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taxonomy can be fixed at design time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370832" y="2633472"/>
            <a:ext cx="493776" cy="0"/>
          </a:xfrm>
          <a:prstGeom prst="line">
            <a:avLst/>
          </a:prstGeom>
          <a:noFill/>
          <a:ln w="31750">
            <a:solidFill>
              <a:srgbClr val="FB7185"/>
            </a:solidFill>
            <a:prstDash val="solid"/>
            <a:headEnd type="arrow"/>
            <a:tailEnd type="arrow"/>
          </a:ln>
        </p:spPr>
      </p:sp>
      <p:sp>
        <p:nvSpPr>
          <p:cNvPr id="15" name="Shape 11"/>
          <p:cNvSpPr/>
          <p:nvPr/>
        </p:nvSpPr>
        <p:spPr>
          <a:xfrm>
            <a:off x="640080" y="4206240"/>
            <a:ext cx="2743200" cy="34747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" name="Text 12"/>
          <p:cNvSpPr/>
          <p:nvPr/>
        </p:nvSpPr>
        <p:spPr>
          <a:xfrm>
            <a:off x="640080" y="4206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"computational biology" didn't exist in 1980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566160" y="4206240"/>
            <a:ext cx="2468880" cy="34747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4"/>
          <p:cNvSpPr/>
          <p:nvPr/>
        </p:nvSpPr>
        <p:spPr>
          <a:xfrm>
            <a:off x="3566160" y="42062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safety" split from "ML" in the 2010s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217920" y="4206240"/>
            <a:ext cx="2560320" cy="34747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0" name="Text 16"/>
          <p:cNvSpPr/>
          <p:nvPr/>
        </p:nvSpPr>
        <p:spPr>
          <a:xfrm>
            <a:off x="6217920" y="4206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merge across disciplines daily</a:t>
            </a:r>
            <a:endParaRPr lang="en-US" sz="10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4709160"/>
            <a:ext cx="256032" cy="256032"/>
          </a:xfrm>
          <a:prstGeom prst="rect">
            <a:avLst/>
          </a:prstGeom>
        </p:spPr>
      </p:pic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4709160"/>
            <a:ext cx="256032" cy="256032"/>
          </a:xfrm>
          <a:prstGeom prst="rect">
            <a:avLst/>
          </a:prstGeom>
        </p:spPr>
      </p:pic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4709160"/>
            <a:ext cx="256032" cy="256032"/>
          </a:xfrm>
          <a:prstGeom prst="rect">
            <a:avLst/>
          </a:prstGeom>
        </p:spPr>
      </p:pic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709160"/>
            <a:ext cx="256032" cy="2560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2026-03-26T22:28:04Z</dcterms:created>
  <dcterms:modified xsi:type="dcterms:W3CDTF">2026-03-26T22:28:04Z</dcterms:modified>
</cp:coreProperties>
</file>